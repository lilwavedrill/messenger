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B"/>
                </a:solidFill>
                <a:latin typeface="Consolas"/>
              </a:rPr>
              <a:t>ОТЧЁТ ПО ПРАКТИКЕ  ·  КЕЙС №1  ·  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A0A0A"/>
                </a:solidFill>
                <a:latin typeface="Segoe UI"/>
              </a:rPr>
              <a:t>Мессенджер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52525B"/>
                </a:solidFill>
                <a:latin typeface="Segoe UI"/>
              </a:rPr>
              <a:t>Реалтайм-обмен сообщениями, вложения, полнотекстовый поиск.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НИТУ МИСИС  ·  группа БИВТ-24-1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0644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Мамонтов Иван Андреевич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Кривонос Никита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Руководитель практики: Чумакова М.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 чём расскажем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Актуальность и задачи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Требования и обзор аналогов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Стек технологий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Архитектура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База данных и полнотекстовый поиск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Модель авторизации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Интерфейс приложения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Тестирование и 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03  ·  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Почему это интересно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Десятки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сообщений в день по всему миру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&lt; 200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цель по скорости доставки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24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круглосуточная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За внешней простотой чата стоят нетривиальные задачи: минимальная задержка,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устойчивость к обрывам сети, защита от дубликатов, быстрый поиск по истории.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Разработка учебного мессенджера позволяет разобрать эти задачи на практике.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04  ·  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должно получиться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Спроектировать и реализовать рабочий прототип мессенджера, отвечающий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функциональным и нефункциональным требованиям технического задания.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проанализировать предметную область и требования ТЗ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спроектировать схему БД и 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реализовать серверную часть на Python + FastAPI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организовать реалтайм-обмен через WebSocket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построить авторизацию на JWT + refresh с ротацией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разработать веб-клиент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покрыть основные сценарии автотестами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05  ·  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11 функциональных + 6 нефункциональных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ОБЯЗАТЕЛЬНЫЕ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регистрация и вход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личные и групповые чаты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реалтайм-обмен сообщениями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история с пагинацией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управление участниками (owner)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поиск по сообщениям чата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разграничение ролей внутри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ДОПОЛНИТЕЛЬНО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статусы доставки (sent / delivered / read)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идемпотентность через client_msg_id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вложения через S3-совместимое хранилище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refresh-токены JWT с ротацией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аудит действий пользователей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623560"/>
            <a:ext cx="11247120" cy="640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B"/>
                </a:solidFill>
                <a:latin typeface="Consolas"/>
              </a:rPr>
              <a:t>НЕФУНКЦИОНАЛЬНЫЕ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отзывчивость &lt; 200 мс  ·  надёжность  ·  безопасность  ·  порядок  ·  наблюдаемость  ·  совместимость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06  ·  ПОХОЖИЕ СЕРВИСЫ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На что мы ориентировались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1343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личные и групповые чаты, история,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5351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мобильный обмен, статусы прочтения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Discord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9359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групповые каналы, живая переписка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VK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3367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web-версия и мобильное приложение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7375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рабочие чаты, роли и права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Мы посмотрели, какие функции есть у популярных мессенджеров,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и собрали свой прототип с тем же набором базовых возможностей.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07  · 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Технологии и почему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Python 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серверный язык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REST + WebSocket в одном процессе, авто-OpenAPI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SQLAlchemy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ORM, синхронный режим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PostgreSQL 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транзакции, JSONB, GIN-индексы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объектное хранилище для вложений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bcrypt + JWT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хэши паролей, access + refresh токены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pytest + httpx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автотесты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HTML + CSS + 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клиент без сборщика и без фреймворков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08  ·  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Трёхзвенная схема + S3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Клиент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HTML + CSS +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468880"/>
            <a:ext cx="2926080" cy="1280160"/>
          </a:xfrm>
          <a:prstGeom prst="rect">
            <a:avLst/>
          </a:prstGeom>
          <a:solidFill>
            <a:srgbClr val="F5F8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Сервер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FastAPI + WS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8 таблиц + GIN 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REST / 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SQLAlchemy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20624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вложения + аватары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886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Гибрид: сообщение отправляется REST-запросом (транзакция в БД), затем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рассылается через WebSocket подписчикам чата. Даже при обрыве WS ничего не теряется.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09  ·  БАЗА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и где мы храним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Пользователи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логин, пароль (в виде хэша), имя, аватар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Чаты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личные и групповые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в каком чате и с какой ролью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Сообщения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текст, автор, время, 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Статусы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отправлено / доставлено / прочитано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Вложения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файлы и картинки, ссылка на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Токены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для входа и обновления сессии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Журнал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что делал в системе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2525B"/>
                </a:solidFill>
                <a:latin typeface="Segoe UI"/>
              </a:rPr>
              <a:t>Всего 8 таблиц в PostgreSQL. Полная схема — в отчёте (приложение 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10  ·  ПОИСК ПО СООБЩЕНИЯМ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Умный поиск на русском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Поиск устроен так, что находит сообщения даже в разных формах слова.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Например, по запросу «обсуждать» найдутся сообщения со словами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«обсуждаю», «обсуждали», «обсуждать» — то есть по любой словоформе.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обсуждать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02336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Тоже найдёт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обсуждаю, обсуждали, обсуждаем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Как это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русский словарь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11  ·  ВХОД И 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Как защищены аккаунты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Пользователь вводит логин и пароль — сервер выдаёт токен, с которым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клиент ходит по остальным запросам. Пароли никогда не хранятся в открытом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виде — только необратимо зашифрованными.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СДЕЛАЛИ ДЛЯ БЕЗОПАСНОСТИ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пароли хранятся в зашифрованном виде (bcrypt)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каждый запрос требует действующий токен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токен обновляется автоматически без повторного ввода пароля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выход из аккаунта отзывает все токены на сервере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 системе есть три роли: читатель, участник, владелец чата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Форма входа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237" y="1965960"/>
            <a:ext cx="371304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Регистрация и вход по логину и паролю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13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Основной экран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004" y="1965960"/>
            <a:ext cx="8745512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Список чатов слева, диалог справа, композер снизу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14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Профиль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784" y="1965960"/>
            <a:ext cx="3851951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Смена отображаемого имени и загрузка аватара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15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Создание группы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-new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686" y="1965960"/>
            <a:ext cx="4246147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172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2525B"/>
                </a:solidFill>
                <a:latin typeface="Segoe UI"/>
              </a:rPr>
              <a:t>Групповые и личные чаты с добавлением участников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16  ·  КАК МЫ РАБОТАЛИ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Этапы проекта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2199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5856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Разобрали ТЗ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2199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выделили обязательные и дополнительные функции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76148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Спроектировали схему БД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88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8 таблиц, связи между ними, ER-диаграмма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55848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328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Написали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35584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регистрация, чаты, сообщения, WebSocket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22776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8953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Сделали клиент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92277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одностраничное веб-приложение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46227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Добавили доп. функции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8970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статусы прочтения, вложения, поиск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9320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Покрыли тестами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05663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автоматические и ручные проверки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62356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66013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5961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Оформили документацию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235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отчёт по ГОСТ, скриншоты, видеодемо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17  ·  ТЕСТИРОВАНИЕ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Автотесты + ручные сценарии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7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pytest-тестов проходят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4.5 сек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полный прогон suite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6 сцен.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ручных end-to-end проверок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ПОКРЫТО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109728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регистрация и вход по логину/паролю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неверный пароль → 401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создание чата, отправка, история, поиск (со стеммингом)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ограничение прав: reader не может отправлять — 403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 refresh: старый refresh становится недействительным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идемпотентность: повтор с тем же client_msg_id не создаёт дубликат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18  · 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готово и что дальше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ГОТОВО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все 7 обязательных функциональных требований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4 дополнительных (статусы, вложения, refresh, идемпотентность)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полнотекстовый поиск на GIN + русской морфологии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автоматизированные тесты (7 / 7 проходят)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отчёт по ГОСТ 7.32-2017, ER-диаграмма, видеодемонстрация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внешний брокер (Redis Streams / NATS) для горизонтального масштабирования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оффлайн-уведомления, редактирование и удаление сообщений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E2E-шифрование, голосовые сообщения, WebRTC-видеозвонки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309360"/>
            <a:ext cx="1124712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github.com/lilwavedrill/messenger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